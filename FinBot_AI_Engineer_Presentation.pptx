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FinBot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AI-Powered Financial Assistant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Victor Jose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J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ML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Individuals struggle to understand spending patterns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Bank statements are complex and hard to analyze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Lack of intelligent financial insights from raw transaction data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Need for an automated AI assistant to interpret financial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FinBot is an AI-powered chatbot that: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Parses bank statement PDFs and CSV files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Categorizes financial transactions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financial insights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Answers user queries using AI and RAG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financial reports and summaries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→ LLM Engine → Tools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Components: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LLM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Gemini / OpenAI)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RAG Knowledge Base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Search Tool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Financial Data Processing Engine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Visualization &amp; Report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PDF &amp; CSV Bank Statement Processing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Expense Categorization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Financial Insights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Retrieval-Augmented Generation (RAG)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Live Web Search Integration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Concise vs Detailed Response Modes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Financial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APIs: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Gemini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Search: FAISS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Embeddings: Sentence Transformers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 Pandas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Matplotlib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RAG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Local documents stored in knowledge base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Documents converted into embeddings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Vector similarity search retrieves relevant context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LLM generates responses grounded in retrieved 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Web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If the LLM lacks knowledge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search tool retrieves real-time information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Results injected into LLM prompt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updated and accurate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Parsing inconsistent bank statement formats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Built flexible PDF and CSV parsers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Accurate expense categorization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Rule-based + AI classification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Contextual responses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Implemented RAG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Application built with Streamlit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Deployed on Streamlit Cloud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GitHub repository integration</a:t>
            </a:r>
          </a:p>
          <a:p>
            <a:pPr marL="0" indent="0">
              <a:buNone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Secure API keys via environment variables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 finance forecasting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Fraud detection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 interface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banking APIs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Advanced ML-based expense prediction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FinBot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AI, RAG, and LLMs can transform raw financial data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meaningful insights through conversational interfaces.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showcases practical AI engineering skills in: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LLM integration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RAG pipelines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Tool-based AI agents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Real-world problem solving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409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FinBot: AI-Powered Financial Assistant </vt:lpstr>
      <vt:lpstr>Problem Statement</vt:lpstr>
      <vt:lpstr>Solution Overview</vt:lpstr>
      <vt:lpstr>System Architecture</vt:lpstr>
      <vt:lpstr>Key Features</vt:lpstr>
      <vt:lpstr>Technology Stack</vt:lpstr>
      <vt:lpstr>RAG Implementation</vt:lpstr>
      <vt:lpstr>Live Web Search</vt:lpstr>
      <vt:lpstr>Challenges &amp; Solutions</vt:lpstr>
      <vt:lpstr>Deployment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 Jose</cp:lastModifiedBy>
  <cp:revision>2</cp:revision>
  <dcterms:created xsi:type="dcterms:W3CDTF">2013-01-27T09:14:16Z</dcterms:created>
  <dcterms:modified xsi:type="dcterms:W3CDTF">2026-03-16T04:07:50Z</dcterms:modified>
  <cp:category/>
</cp:coreProperties>
</file>